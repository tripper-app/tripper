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E06E5-B39B-4E52-9E66-4682DE692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53879-1E88-4769-AB91-8FF0F928A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2CA94-A0B7-466F-A6F0-676C16C8F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F337-B986-445C-A48A-0DEEEE5934B0}" type="datetimeFigureOut">
              <a:rPr lang="he-IL" smtClean="0"/>
              <a:t>י"ב/תמוז/תשפ"א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6672E-E37E-4AD4-BF7C-F805A416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BB451-87C5-457B-A782-603C63DB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E5D4-C746-4253-8EDF-16DBD471AC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4876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E0886-FA21-4F8D-A9CB-F367842CC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D0CF3-AF38-4008-A9B8-1F48BDF1C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B6375-BE80-4798-9BB9-E321B79B5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F337-B986-445C-A48A-0DEEEE5934B0}" type="datetimeFigureOut">
              <a:rPr lang="he-IL" smtClean="0"/>
              <a:t>י"ב/תמוז/תשפ"א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55DA0-4DD7-4A7A-91C1-4BC04651A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F93EA-4790-45F4-A4D2-0EBC5D714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E5D4-C746-4253-8EDF-16DBD471AC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6685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C310E-1E7D-4818-A65A-17A64775E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7D0F5-2D2A-4715-8B9F-F721595DF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1036A-43B5-4D9B-9E7E-02F72E96C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F337-B986-445C-A48A-0DEEEE5934B0}" type="datetimeFigureOut">
              <a:rPr lang="he-IL" smtClean="0"/>
              <a:t>י"ב/תמוז/תשפ"א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B9828-FC9F-4DE8-ACAB-4375B9109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AE766-CAB1-41FA-BCBE-B416B336A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E5D4-C746-4253-8EDF-16DBD471AC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67469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54A30-21B0-47C4-9A7F-3792D8EFE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96C47-2C54-44F3-BD6D-EC9BFE302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A29F8-F860-432D-B8F3-7AE87D938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767714-AEB8-4374-AF9D-6C0B86CD0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F337-B986-445C-A48A-0DEEEE5934B0}" type="datetimeFigureOut">
              <a:rPr lang="he-IL" smtClean="0"/>
              <a:t>י"ב/תמוז/תשפ"א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81906-0272-4CAA-9005-B720DF79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91B5B-79CE-424F-88F7-436D955F8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E5D4-C746-4253-8EDF-16DBD471AC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73813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FBA8-9ACA-4EB5-B243-39D425AA1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8923F-5E79-42BE-AA20-F87FE9AE5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99F99C-3015-42DF-A0EA-92179A60F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555709-893C-47A2-85CD-21B64FDC2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5BD683-DC87-4000-9E7F-55CF996CC6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F5528A-0D37-432C-A690-2E739053E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F337-B986-445C-A48A-0DEEEE5934B0}" type="datetimeFigureOut">
              <a:rPr lang="he-IL" smtClean="0"/>
              <a:t>י"ב/תמוז/תשפ"א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66E40C-18F9-400A-9908-4E91AC664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6BAE3-B68A-4F87-9915-38E4A5C94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E5D4-C746-4253-8EDF-16DBD471AC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2148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5D873-3280-4754-92E6-21841122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B9C097-EB2C-4960-9826-F8A9ACB6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F337-B986-445C-A48A-0DEEEE5934B0}" type="datetimeFigureOut">
              <a:rPr lang="he-IL" smtClean="0"/>
              <a:t>י"ב/תמוז/תשפ"א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09A18-9C48-4CD9-BA53-10BA2D150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1D1950-CBEC-4039-B838-4052E2533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E5D4-C746-4253-8EDF-16DBD471AC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3292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E619A1-42E0-47A7-A794-5737D5FE9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F337-B986-445C-A48A-0DEEEE5934B0}" type="datetimeFigureOut">
              <a:rPr lang="he-IL" smtClean="0"/>
              <a:t>י"ב/תמוז/תשפ"א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7600FA-28A7-4AD3-80F5-C2F8E3371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7C8DE-457E-4BB4-8ADA-C7DE010F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E5D4-C746-4253-8EDF-16DBD471AC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1071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39E4-E3BD-4CD2-8389-52ED22FE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E27D0-FB9C-4DFE-ADFD-9C27A88ED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E22B3-D273-4A15-8EC4-5F3C2B9D4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99A89-4A6D-4E6A-9F30-2C165EF91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F337-B986-445C-A48A-0DEEEE5934B0}" type="datetimeFigureOut">
              <a:rPr lang="he-IL" smtClean="0"/>
              <a:t>י"ב/תמוז/תשפ"א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9FF80-B4EC-497B-BEEC-E9CDFA248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C2517-A9D9-4A22-95DD-6F78511C1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E5D4-C746-4253-8EDF-16DBD471AC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7753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D95AF-D8E4-43A0-BD6E-5F0DA6830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A9D400-F5E9-4BA0-8E40-254D8A597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34D73-4E29-4633-8CB9-6296C0A09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62EFD-5CB7-4647-9E6F-3DD8321DB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F337-B986-445C-A48A-0DEEEE5934B0}" type="datetimeFigureOut">
              <a:rPr lang="he-IL" smtClean="0"/>
              <a:t>י"ב/תמוז/תשפ"א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914CD-2A77-4A15-A14B-5457A154D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10663-CBE8-42E0-AA4C-A84EEAD7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E5D4-C746-4253-8EDF-16DBD471AC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2357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4BDBE-A55E-444B-806E-21C54696A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62C5B-D221-48BE-B53A-21FA89111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C9080-DB87-4500-9CC4-F98F14B80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F337-B986-445C-A48A-0DEEEE5934B0}" type="datetimeFigureOut">
              <a:rPr lang="he-IL" smtClean="0"/>
              <a:t>י"ב/תמוז/תשפ"א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44E0A-793C-4B6C-B3DD-3BCC60303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D9D8F-7BBE-45CF-9ED4-AF5B3A36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E5D4-C746-4253-8EDF-16DBD471AC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530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C34F3-378F-46CE-92F4-50FB73B8F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EC9690-CFC8-4FE5-9235-13051BE4D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ECCEC-3EEC-4BF1-86EB-AA2EFF352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F337-B986-445C-A48A-0DEEEE5934B0}" type="datetimeFigureOut">
              <a:rPr lang="he-IL" smtClean="0"/>
              <a:t>י"ב/תמוז/תשפ"א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3CD50-9217-41C3-A52C-36AB6245F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84C3A-FAD6-45E3-A5F2-D2548781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0E5D4-C746-4253-8EDF-16DBD471AC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1199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0DF6DC-7A23-446E-9994-E4E019D2F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49C64-C296-4E94-8630-B0E7DF9A8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0ABD6-C8C6-4329-82E7-7313C83F6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6F337-B986-445C-A48A-0DEEEE5934B0}" type="datetimeFigureOut">
              <a:rPr lang="he-IL" smtClean="0"/>
              <a:t>י"ב/תמוז/תשפ"א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A304A-3F7E-417D-97BF-ED87635CA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0B177-CDF0-421D-B85B-58F0D505C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0E5D4-C746-4253-8EDF-16DBD471AC7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61418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B7CFE1-BAE1-4DA9-BE2D-A1358DEDB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07" y="-102636"/>
            <a:ext cx="5625703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1CE18F-4066-46CC-A2A2-551335A82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18" y="504825"/>
            <a:ext cx="5591175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538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עודד ברטוב</dc:creator>
  <cp:lastModifiedBy>עודד ברטוב</cp:lastModifiedBy>
  <cp:revision>2</cp:revision>
  <dcterms:created xsi:type="dcterms:W3CDTF">2021-06-22T19:41:14Z</dcterms:created>
  <dcterms:modified xsi:type="dcterms:W3CDTF">2021-06-22T19:51:58Z</dcterms:modified>
</cp:coreProperties>
</file>