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3475" y="-25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B1ED-801D-4C74-9F20-F39561992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A6CF5-A22C-4630-BA10-06852F0E2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E986B-8A0F-4E55-866F-FE28471CD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1C012-87AD-4F22-A3D5-C7138EC6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E39A-9072-4969-8D5F-F4C5B3C1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9786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85C0-0BDD-4988-923F-4FA6E47A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FE46-A5C0-49F6-A0C0-38F61192D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7651D-1CCB-408C-AF1F-CAEC44941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9C01D-4A03-445D-AA78-29F442E3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8EB30-96DE-431B-9256-8604C73D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84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C177-213D-4B29-8A25-C4C00C59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2654B-BBEC-470A-BDA8-55FE889B1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18C5E-8F4D-4C2C-9F68-D0FA1A76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3F18D-A954-4620-9B8F-F6B4F6BE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44C6-3B44-4CA6-A607-9DCBEFD4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409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34FA-B9E4-47B7-9B4B-F39D7441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C9E59-B15E-449C-9FA0-FDEF54F92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800A6-C721-4FF6-BA2C-662C5E1F0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5081C-8EF4-440E-A93D-13FF7ACAB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DB156-1C7E-4A48-80E9-0D6CCD0F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DF2A6-3655-4C9F-8393-5475D970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542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D6CF-3A7D-449F-BD2E-9980E095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95CEC-A9D1-4CA6-BA02-45669A08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C387E-A36A-401B-B073-C3D8722B1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B5707-9C4A-4EB3-8137-EE12A16C7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00A6E-B912-40D8-96A6-216443A9F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45A20-2100-4888-9244-64615B6E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683BD-812B-4143-95F2-9E9C2175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A8DE60-91C1-45D8-848A-B7B3832C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379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5E49-9F25-4436-AA63-E8F2A044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B1FF8-AB90-4725-A4B9-27A8C94E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F2CE7-B255-46C8-9975-92B71D83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B6D30-6E69-46A5-AF89-98C30634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278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89F66-0BE9-4E6F-941D-8C44FBCB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F856BA-345E-4BFE-A85F-80A9EC08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84156-96D2-4169-88F2-129179DC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93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58FB-B51F-45DA-8B1F-9009E9E5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9B51-CACC-4945-B65C-DF52D46A0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3B0E1-74AF-4D0B-BD47-DC77460FC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55618-967B-410B-AE41-F6369164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4DC02-B1BD-4B7D-A8B9-DD3CC05F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AB267-2388-4C12-9E0A-596A2AF1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603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B482-8D32-4175-9B78-F6988EE2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FDB09-8789-4EF5-8883-412CABF7D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83D3F-16DF-46E5-80DF-E48060BCB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96E9D-48C8-4B76-BEB8-AC10F342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2D252-F01D-4B34-A2C4-7FF3999E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E9FD3-2210-4F3A-8A9D-006DF32A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622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C3FF-BC50-4689-AE78-F17218CA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79F26-AA37-426C-921A-4B97DCB73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543D-91A6-46E2-96C2-F420389A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0262-D04A-423E-AF33-1ED064CE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9616-4C42-49ED-9E73-19C972A8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366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E4704-3DD7-418C-9487-10D23EC92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62246-E47D-4BF5-9198-077FC604D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5F6A7-467F-479C-8404-F4F5211EB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BAF16-57E2-4FED-9B08-4AC4CF61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07852-BAE5-4F37-BA58-460C86B0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911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F9783-8175-47FC-83D8-577D6984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FCF3A-8A03-45E0-8B0B-6F01E7DDB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C03E9-3C17-4AA0-9348-3472E8C5A1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40B4A-A656-420B-AE8D-04B8DDAE2600}" type="datetimeFigureOut">
              <a:rPr lang="he-IL" smtClean="0"/>
              <a:t>י"ד/סיון/תשפ"א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E4924-C381-4B9B-A738-9962375CD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8D44-BC05-4643-9E72-F3C71FBED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BD248-C75D-4BB7-A126-06FDEFE04F2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972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1DC15D-4502-4C78-9219-0CF2399C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986" y="2992764"/>
            <a:ext cx="548663" cy="731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157F1-79FB-4684-8EBC-049E3D9D9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809" y="3000548"/>
            <a:ext cx="548663" cy="7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עודד ברטוב</dc:creator>
  <cp:lastModifiedBy>עודד ברטוב</cp:lastModifiedBy>
  <cp:revision>1</cp:revision>
  <dcterms:created xsi:type="dcterms:W3CDTF">2021-05-25T08:19:51Z</dcterms:created>
  <dcterms:modified xsi:type="dcterms:W3CDTF">2021-05-25T08:20:41Z</dcterms:modified>
</cp:coreProperties>
</file>